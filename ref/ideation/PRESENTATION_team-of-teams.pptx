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62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Team of Teams 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A0"/>
                </a:solidFill>
              </a:rPr>
              <a:t>A Company OS for Organizational Decision-Making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47695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Multi-Agent Ideation Session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999999"/>
                </a:solidFill>
              </a:rPr>
              <a:t>2026-02-22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999999"/>
                </a:solidFill>
              </a:rPr>
              <a:t>Claude Code  |  Agent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D6"/>
                </a:solidFill>
              </a:rPr>
              <a:t>Core Thesis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CCCCCC"/>
                </a:solidFill>
              </a:rPr>
              <a:t>A complete organizational reasoning engine -- a boardroom in a box -- that gives any founder, leader, or team the analytical power of a full executive committee. It transforms Claude Code into a Company OS where disagreement is engineered, not accidental, and every decision surfaces the tensions that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726"/>
                </a:solidFill>
              </a:rPr>
              <a:t>Governing Principle: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Structural dissent produces richer analysis than consensus ever could.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3520440" cy="3063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3520440" cy="3556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45840"/>
            <a:ext cx="32461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PILLAR 1: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52240"/>
            <a:ext cx="3246120" cy="255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Five-phase decision cascade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CEO frames, C-suite decomposes, team leads analyze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Hybrid agent architecture: 8 agents + 29 subagents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Engineered dissent: 4 skeptics, 2 advocates, 1 systemic, 1 synthesizer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0144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Cascading Deliberation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520440"/>
            <a:ext cx="3520440" cy="3063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3520440"/>
            <a:ext cx="3520440" cy="3556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545840"/>
            <a:ext cx="32461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PILLAR 2: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52240"/>
            <a:ext cx="3246120" cy="255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Three tiers: Hallway Question, Working Session, Board Meeting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Five CEO decision modes (Guardian, Pioneer, Architect, Analyst, Sentinel)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Multi-mode comparison: 1 analysis, N syntheses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SMB-first: bias toward lightweight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0144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A0"/>
                </a:solidFill>
              </a:rPr>
              <a:t>Engagement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520440"/>
            <a:ext cx="3520440" cy="3063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520440"/>
            <a:ext cx="3520440" cy="35560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545840"/>
            <a:ext cx="32461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PILLAR 3: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952240"/>
            <a:ext cx="3246120" cy="2555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Three-layer prompt system prevents voice collapse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29 unique analytical frameworks with mandatory output templates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Forcing questions: pre-mortem, adversarial empathy, devil's advocate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Heterogeneous model tiering: Haiku / Sonnet / Opus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0144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72CF"/>
                </a:solidFill>
              </a:rPr>
              <a:t>Cognitive Forcing &amp; Prompt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Pillar 1: The Cascading Deliberation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0972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Shared Consciousness Broadcast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CEO broadcasts issue context to all C-suite simultaneously -- shared picture before independent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068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068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CEO Frames &amp; Routes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Decompose into evaluation dimensions, classify decision type, route to relevant C-suite with explicit exclusion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164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164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C-Suite Dispatches Down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Each exec translates CEO framing into domain-specific sub-questions -- analytical decomposition, not forwarding.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Team Leads Produce Findings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Narrow, specialist analysis through unique analytical frameworks and mandatory output templates.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356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5356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C-Suite Synthesizes Up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Domain recommendations with confidence levels. Internal contradictions flagged as signals, not averaged 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52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452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Pre-Mortem Challenge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Each C-suite reviews ALL peer recommendations: 'Assume failure in 12 months -- what caused it?' (Tier 3 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822960" cy="533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54880"/>
            <a:ext cx="5257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CEO Deliberation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CCCCCC"/>
                </a:solidFill>
              </a:rPr>
              <a:t>Map all recommendations, identify fault lines, apply Decision Mode, produce final Decision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097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Hybrid Agent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508760"/>
            <a:ext cx="18288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9440" y="173736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1737360"/>
            <a:ext cx="4754880" cy="3556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762760"/>
            <a:ext cx="44805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1: AGENT 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169160"/>
            <a:ext cx="4480560" cy="86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CEO + 7 C-suite officers (COO, CFO, CTO, CISO, CAO, VP Sales, VP Delivery)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Real teammates spawned by skill orchestrator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Direct messaging between agents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Model: Sonnet (C-suite), Opus (CEO)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3337560"/>
            <a:ext cx="4754880" cy="1371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3337560"/>
            <a:ext cx="4754880" cy="35560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362960"/>
            <a:ext cx="44805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TIER 2: CUSTOM SUBAGENTS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69360"/>
            <a:ext cx="4480560" cy="86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29 team lead specialists in .claude/agents/team-leads/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Each C-suite agent invokes their team leads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Own context window, cost-efficient model (Haiku)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Restricted tool access, structured result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9377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0096D6"/>
                </a:solidFill>
              </a:rPr>
              <a:t>Why This Matters</a:t>
            </a:r>
            <a:r>
              <a:rPr sz="1100" b="0">
                <a:solidFill>
                  <a:srgbClr val="CCCCCC"/>
                </a:solidFill>
              </a:rPr>
              <a:t>•  Real isolation: each perspective gets its own context window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Cost optimization: Haiku for analysis, Sonnet/Opus for synthesis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True management simulation: dispatch, collect, synthesize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Engineered Dissent &amp; Organizational Roster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188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D6"/>
                </a:solidFill>
              </a:rPr>
              <a:t>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Frame, listen, weigh, and decide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6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COO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6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4D4D"/>
                </a:solidFill>
              </a:rPr>
              <a:t>Skeptic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96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Can we actually do this with what we have?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04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CFO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04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4D4D"/>
                </a:solidFill>
              </a:rPr>
              <a:t>Skeptic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0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Find the costs not in the proposal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12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12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A0"/>
                </a:solidFill>
              </a:rPr>
              <a:t>Advocate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12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What does this make possible?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20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CISO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220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4D4D"/>
                </a:solidFill>
              </a:rPr>
              <a:t>Skeptic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20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Change introduces risk -- org's immune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28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VP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28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A0"/>
                </a:solidFill>
              </a:rPr>
              <a:t>Advocate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72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How does this help us sell more, faster?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36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VP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236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4D4D"/>
                </a:solidFill>
              </a:rPr>
              <a:t>Skeptic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36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What do we sacrifice from existing commitments?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44720"/>
            <a:ext cx="1005840" cy="45720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sz="1100" b="1">
                <a:solidFill>
                  <a:srgbClr val="FFFFFF"/>
                </a:solidFill>
              </a:rPr>
              <a:t>CAO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744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72CF"/>
                </a:solidFill>
              </a:rPr>
              <a:t>Systemic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74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Can the org absorb this?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Balance: 4 skeptics  |  2 advocates  |  1 systemic  |  1 synthesizer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Full Roster: 29 Team Leads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46304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153924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151384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Operations Mgr, Process/Quality, Vendor/Procurement, Facilities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15392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75120" y="223012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220472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Controller, FP&amp;A, Treasury/Cash, AP/AR, Tax Lead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284480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75120" y="292100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289560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Engineering, Infrastructure/DevOps, Data/Analytics, Product/UX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53568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75120" y="361188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CISO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58648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Security Ops, Compliance/GRC, Identity &amp; Access, Security Architecture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22656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75120" y="430276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VP Sales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80" y="427736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Sales Ops, Account Mgmt, Business Dev, Sales Enablement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491744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75120" y="499364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VP Delivery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496824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Project/Program Mgr, Resource Mgr, Client Success, QA/Delivery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560832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675120" y="5684520"/>
            <a:ext cx="914400" cy="27940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CAO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5659120"/>
            <a:ext cx="37490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HR/People Ops, Legal/Contracts, Admin/Policy, Corp Comms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6400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726"/>
                </a:solidFill>
              </a:rPr>
              <a:t>Decision-Type Routing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66802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Strategic: CEO, CFO, CTO, VP Sales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Operational: CEO, COO, VP Delivery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Financial: CEO, CFO, COO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Technical: CEO, CTO, CISO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Personnel: CEO, CAO, COO, VP Delivery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Compliance/Risk: CEO, CISO, CAO, CFO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Pillar 2: The Engagement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20440" cy="4064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35380"/>
            <a:ext cx="3300984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1: Hallway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988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A726"/>
                </a:solidFill>
              </a:rPr>
              <a:t>/consult [role]: [question]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8468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Direct consult with one C-suite agent. No CEO, no routing, no team leads. Quick, opinionated, domain-specific.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21280"/>
            <a:ext cx="3246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A0"/>
                </a:solidFill>
              </a:rPr>
              <a:t>Output: Advisory Note (3-5 sentences)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097280"/>
            <a:ext cx="3520440" cy="406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135380"/>
            <a:ext cx="3300984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2: Working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57988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A726"/>
                </a:solidFill>
              </a:rPr>
              <a:t>/panel [roles]: [issue]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8468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CEO routes to 2-4 C-suite members. Each does domain analysis with team lead perspectives. Lightweight synthesis.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21280"/>
            <a:ext cx="3246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Output: Panel Assessment (~1 page)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097280"/>
            <a:ext cx="3520440" cy="40640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135380"/>
            <a:ext cx="3300984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3: Board 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57988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A726"/>
                </a:solidFill>
              </a:rPr>
              <a:t>/deliberate: [issue]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84680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Full five-phase cascade. All relevant C-suite activated. Full team lead analysis. Full CEO deliberation.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21280"/>
            <a:ext cx="3246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72CF"/>
                </a:solidFill>
              </a:rPr>
              <a:t>Output: Complete Decision Record (3-5 pages)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26"/>
                </a:solidFill>
              </a:rPr>
              <a:t>SMB-First Default:</a:t>
            </a:r>
            <a:r>
              <a:rPr sz="1300">
                <a:solidFill>
                  <a:srgbClr val="CCCCCC"/>
                </a:solidFill>
              </a:rPr>
              <a:t>  Bias toward Tier 1. Most SMB decisions are fast and informal -- the skill should match that tempo.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Five CEO Decision Modes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18288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2176272" cy="16459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59680"/>
            <a:ext cx="19933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4D4D"/>
                </a:solidFill>
              </a:rPr>
              <a:t>Guardian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64480"/>
            <a:ext cx="1993392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Risk-averse (MaxiMin)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993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Weights skeptics heavily. High bar for approval.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62072" y="4983480"/>
            <a:ext cx="2176272" cy="16459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5059680"/>
            <a:ext cx="19933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A0"/>
                </a:solidFill>
              </a:rPr>
              <a:t>Pioneer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5364480"/>
            <a:ext cx="1993392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Growth-oriented (MaxiMax)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5669280"/>
            <a:ext cx="1993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Weights advocates heavily. Skeptic concerns = engineering problems.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75504" y="4983480"/>
            <a:ext cx="2176272" cy="16459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6944" y="5059680"/>
            <a:ext cx="19933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96D6"/>
                </a:solidFill>
              </a:rPr>
              <a:t>Architect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6944" y="5364480"/>
            <a:ext cx="1993392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Consensus (Behavioral)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6944" y="5669280"/>
            <a:ext cx="1993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Weights fault lines. Seeks widest organizational support.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88936" y="4983480"/>
            <a:ext cx="2176272" cy="16459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0376" y="5059680"/>
            <a:ext cx="19933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A726"/>
                </a:solidFill>
              </a:rPr>
              <a:t>Analyst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0376" y="5364480"/>
            <a:ext cx="1993392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Data-driven (Hurwicz)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0376" y="5669280"/>
            <a:ext cx="1993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Weights confidence levels. 'Defer' is a legitimate outcome. DEFAULT.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02368" y="4983480"/>
            <a:ext cx="2176272" cy="16459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93808" y="5059680"/>
            <a:ext cx="1993392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B72CF"/>
                </a:solidFill>
              </a:rPr>
              <a:t>Sentinel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3808" y="5364480"/>
            <a:ext cx="1993392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Regret-minimizing (MiniMax Regret)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5669280"/>
            <a:ext cx="1993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</a:rPr>
              <a:t>Weights strongest objection. Favors survivable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Multi-Mode Comparison &amp; Comparative Decision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726"/>
                </a:solidFill>
              </a:rPr>
              <a:t>Key Efficiency Insight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CCCCCC"/>
                </a:solidFill>
              </a:rPr>
              <a:t>Domain analysis is mode-independent. Multi-mode comparison runs domain analysis once (the expensive part) and CEO synthesis multiple times (cheap, single-agent passes). Cost: approximately 1.1x a single deliberation for 5x the strategic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Invocation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FFA726"/>
                </a:solidFill>
              </a:rPr>
              <a:t>/deliberate guardian: should we acquire CompetitorX?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A726"/>
                </a:solidFill>
              </a:rPr>
              <a:t>/deliberate guardian vs pioneer: should we acquire CompetitorX?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A726"/>
                </a:solidFill>
              </a:rPr>
              <a:t>/deliberate all-modes: should we acquire CompetitorX?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A726"/>
                </a:solidFill>
              </a:rPr>
              <a:t>/consult cfo guardian: can we afford this?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A726"/>
                </a:solidFill>
              </a:rPr>
              <a:t>/panel pioneer finance tech: should we build this feature?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468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</a:rPr>
              <a:t>Comparative Decision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8036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0" y="2880360"/>
            <a:ext cx="5577840" cy="3556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905760"/>
            <a:ext cx="53035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RECORD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312160"/>
            <a:ext cx="530352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Executive Summary -- one paragraph per mode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Shared Analysis -- domain analyses presented once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Mode Comparisons -- per-mode synthesis with key factors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Divergence Analysis -- where modes agree/diverge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The Key Choice -- the values question underneath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72CF"/>
                </a:solidFill>
              </a:rPr>
              <a:t>Mode Sensitivity -- A Novel Signal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300" b="0">
                <a:solidFill>
                  <a:srgbClr val="CCCCCC"/>
                </a:solidFill>
              </a:rPr>
              <a:t>If all modes produce the same decision, the right answer does not depend on the user's risk appetite -- the evidence speaks for itself. If modes diverge dramatically, the user knows their personal risk posture is the deciding factor, not the analysis. This transforms a binary recommendation into a nuanced view of the decision landscape.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Pillar 3: Cognitive Forcing &amp; Prompt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4D4D"/>
                </a:solidFill>
              </a:rPr>
              <a:t>The Voice Collapse Problem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Telling one LLM to 'think as 5 different people' produces 5 paragraphs of the same reasoning with different vocabulary. Simple role assignments show zero measurable improvement. The solution: force each perspective to use different analytical methods producing structurally different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520440" cy="4064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6800"/>
            <a:ext cx="33375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33009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A0"/>
                </a:solidFill>
              </a:rPr>
              <a:t>Team Lead Subagent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97200"/>
            <a:ext cx="3300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29 analytical framework packages in .claude/agents/team-leads/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5120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Unique analytical framework per role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Mandatory output template (structurally different per role)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Three forcing questions: pre-mortem, adversarial empathy, devil's advocate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Accountability framing and blind spot declarations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Subagent config: model, tools, max turns, permission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8600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286000"/>
            <a:ext cx="3520440" cy="4064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336800"/>
            <a:ext cx="33375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743200"/>
            <a:ext cx="33009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D6"/>
                </a:solidFill>
              </a:rPr>
              <a:t>C-Suite Agent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997200"/>
            <a:ext cx="3300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7 domain orchestration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25120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Mode A: Tier 1 direct consult (quick, opinionated)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Mode B: Tier 2/3 full analysis (dispatch subagents, synthesize)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Mode C: Phase 4.5 challenge (cross-peer pre-mortem)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Role identity, mandate, team composition, natural tension partners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Domain-level forcing questions and synthesis 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352044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286000"/>
            <a:ext cx="3520440" cy="40640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336800"/>
            <a:ext cx="33375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743200"/>
            <a:ext cx="33009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72CF"/>
                </a:solidFill>
              </a:rPr>
              <a:t>CEO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997200"/>
            <a:ext cx="3300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Modular decision mode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251200"/>
            <a:ext cx="33009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Fixed: fault line mapping, determinative perspective identification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Swappable: Decision Mode module adjusts synthesis weighting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Same analysis, different weighting = different decisions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Cross-domain pre-mortem integration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•  Randomized recommendation ordering (anti-anchoring)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726"/>
                </a:solidFill>
              </a:rPr>
              <a:t>Bias &amp; Role Susceptibility Mitigations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27660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726"/>
                </a:solidFill>
              </a:rPr>
              <a:t>Skeptics (CISO, CFO, COO, VP Delivery)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E84D4D"/>
                </a:solidFill>
              </a:rPr>
              <a:t>Risk: Sycophancy softens objections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CCCCCC"/>
                </a:solidFill>
              </a:rPr>
              <a:t>"Your value is in surfacing concerns, not being agreeable."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6140" y="5394960"/>
            <a:ext cx="27660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726"/>
                </a:solidFill>
              </a:rPr>
              <a:t>Advocates (CTO, VP Sales)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E84D4D"/>
                </a:solidFill>
              </a:rPr>
              <a:t>Risk: Under-weight genuine constraints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CCCCCC"/>
                </a:solidFill>
              </a:rPr>
              <a:t>Must name strongest objection to their own position.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394960"/>
            <a:ext cx="27660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726"/>
                </a:solidFill>
              </a:rPr>
              <a:t>Synthesizer (CEO)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E84D4D"/>
                </a:solidFill>
              </a:rPr>
              <a:t>Risk: False balance / anchoring bias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CCCCCC"/>
                </a:solidFill>
              </a:rPr>
              <a:t>Explicit weight rationale. Randomize recommendation order.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1140" y="5394960"/>
            <a:ext cx="27660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726"/>
                </a:solidFill>
              </a:rPr>
              <a:t>Systemic (CAO)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E84D4D"/>
                </a:solidFill>
              </a:rPr>
              <a:t>Risk: Unfalsifiable vagueness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CCCCCC"/>
                </a:solidFill>
              </a:rPr>
              <a:t>Require concrete indicators: specific policies, teams, precedents.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</a:rPr>
              <a:t>File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 b="1">
                <a:solidFill>
                  <a:srgbClr val="00B4A0"/>
                </a:solidFill>
              </a:rPr>
              <a:t>.claude/agents/ceo.md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B4A0"/>
                </a:solidFill>
              </a:rPr>
              <a:t>.claude/agents/c-suite/ (7 agent definitions)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B4A0"/>
                </a:solidFill>
              </a:rPr>
              <a:t>.claude/agents/team-leads/ (7 domain dirs, 29 subagents)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B4A0"/>
                </a:solidFill>
              </a:rPr>
              <a:t>.claude/skills/team-of-teams/skill.md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B4A0"/>
                </a:solidFill>
              </a:rPr>
              <a:t>.claude/skills/team-of-teams/templates/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CCCCC"/>
                </a:solidFill>
              </a:rPr>
              <a:t>  decision-record.md, advisory-note.md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CCCCC"/>
                </a:solidFill>
              </a:rPr>
              <a:t>  panel-assessment.md, decision-space-map.md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0B4A0"/>
                </a:solidFill>
              </a:rPr>
              <a:t>.claude/skills/team-of-teams/config/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CCCCC"/>
                </a:solidFill>
              </a:rPr>
              <a:t>  routing-table.md, company-profile.md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CCCCCC"/>
                </a:solidFill>
              </a:rPr>
              <a:t>  decision-modes.md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Subagent Definition Format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08760"/>
            <a:ext cx="6583680" cy="25603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508760"/>
            <a:ext cx="6583680" cy="35560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534160"/>
            <a:ext cx="63093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EACH OF 29 TEAM LEAD FILES CONTAINS: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940560"/>
            <a:ext cx="6309360" cy="205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YAML front matter: name, description, model (haiku), tools, maxTurns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Role Identity: title, C-suite parent, domain scope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Analytical Framework: specific methodology (e.g., GAAP Compliance Assessment)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Mandatory Output Template: structured fields unique to this role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Three Forcing Questions: pre-mortem, adversarial empathy, devil's advocate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Blind Spot Declaration: explicit scope exclusions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Accountability Framing: analysis reviewed by C-suite parent alongside peers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B72CF"/>
                </a:solidFill>
              </a:rPr>
              <a:t>Heterogeneous Model Tiering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54880"/>
            <a:ext cx="1828800" cy="3810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1396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A0"/>
                </a:solidFill>
              </a:rPr>
              <a:t>Team Lead Subagents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93360"/>
            <a:ext cx="3246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Model: Haiku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Narrow, focused analysis. Cost-efficient. Model diversity improves variety.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937760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501396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C-Suite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293360"/>
            <a:ext cx="3246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Model: Sonnet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6235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Domain decomposition, delegation, and synthesis. Moderate complexity.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937760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5013960"/>
            <a:ext cx="3246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72CF"/>
                </a:solidFill>
              </a:rPr>
              <a:t>CEO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293360"/>
            <a:ext cx="3246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Model: Opus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62356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Cross-domain synthesis, fault-line analysis, decision-making. Highest quality.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Company Profile:</a:t>
            </a:r>
            <a:r>
              <a:rPr sz="1200">
                <a:solidFill>
                  <a:srgbClr val="CCCCCC"/>
                </a:solidFill>
              </a:rPr>
              <a:t>  Configurable roster, default decision mode, tier escalation thresholds, and industry-specific frameworks. Default: mid-market IT services, 200-500 employees.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Boundaries &amp;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</a:rPr>
              <a:t>Current Scope (v1)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35560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9880"/>
            <a:ext cx="502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6280"/>
            <a:ext cx="5029200" cy="168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Single-issue deliberation (one question at a time)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Point-in-time analysis (no persistent memory across sessions)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One-round pre-mortem (no multi-round debate)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Fixed analytical frameworks (no community contribution yet)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Default company profile: mid-market IT services, 200-500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Future Directions (v2+)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804672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5280"/>
            <a:ext cx="5120640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A0"/>
                </a:solidFill>
              </a:rPr>
              <a:t>Decision Revisitation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Revisit decisions when assumptions change. Re-run only affected domain analyses. Produce Decision Amendments rather than full new records. Transforms from point-in-time tool to decision lifecycle manager.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35352"/>
            <a:ext cx="5394960" cy="804672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86152"/>
            <a:ext cx="5120640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72CF"/>
                </a:solidFill>
              </a:rPr>
              <a:t>Scenario Forking Engine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Parallel cascades with different parameters producing comparative decision landscapes. Not just 'what should we do?' but 'what happens if X vs. Y vs. Z?'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16224"/>
            <a:ext cx="5394960" cy="804672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367024"/>
            <a:ext cx="5120640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Organizational Stress Test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Invert the cascade: bottom-up threat and opportunity discovery. Each C-suite generates issues from their domain. Output: Organizational Health Report.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97096"/>
            <a:ext cx="5394960" cy="804672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247896"/>
            <a:ext cx="5120640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D6"/>
                </a:solidFill>
              </a:rPr>
              <a:t>Institutional Memory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Persistent knowledge across sessions. Previous Decision Records inform current analysis. The system learns company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77968"/>
            <a:ext cx="5394960" cy="804672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128768"/>
            <a:ext cx="5120640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4D4D"/>
                </a:solidFill>
              </a:rPr>
              <a:t>Cross-Functional Deliberation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Full Phase 4.5 where C-suite agents debate each other's recommendations -- structured around specific fault lines to prevent problem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958840"/>
            <a:ext cx="5394960" cy="804672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6009640"/>
            <a:ext cx="5120640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A0"/>
                </a:solidFill>
              </a:rPr>
              <a:t>Framework Versioning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000" b="0">
                <a:solidFill>
                  <a:srgbClr val="CCCCCC"/>
                </a:solidFill>
              </a:rPr>
              <a:t>Analytical framework packages versioned and improved independently. Industry-specific variants. Community contributions. Skill becomes a platform.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B72CF"/>
                </a:solidFill>
              </a:rPr>
              <a:t>Onboarding Stress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5303520" cy="35560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68800"/>
            <a:ext cx="5029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INITIALIZATION PROTOCOL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75200"/>
            <a:ext cx="502920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Run a representative cross-functional issue through full Tier 3 cascade on first configuration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Validates agent configuration for the company type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Calibrates user expectations on depth and quality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•  Surfaces profile issues (e.g., irrelevant roles for company type)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Cross-Cutting Themes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0800" cy="777240"/>
          </a:xfrm>
          <a:prstGeom prst="roundRect">
            <a:avLst>
              <a:gd name="adj" fmla="val 5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8080"/>
            <a:ext cx="1060704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Engineered Dissent &gt; Consensus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Structural tensions between skeptics, advocates, and systemic perspectives are features, not bugs. The Fault Line Analysis is the single most valuable artifact the system produces.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5072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50720"/>
            <a:ext cx="50800" cy="777240"/>
          </a:xfrm>
          <a:prstGeom prst="roundRect">
            <a:avLst>
              <a:gd name="adj" fmla="val 5000"/>
            </a:avLst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01520"/>
            <a:ext cx="1060704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A0"/>
                </a:solidFill>
              </a:rPr>
              <a:t>Analytical Method Diversity Prevents Voice Collapse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Each of 29 team leads uses a distinct analytical framework with a mandatory output template. Different methods produce structurally different outputs that cannot collapse into one voice.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416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9B7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804160"/>
            <a:ext cx="50800" cy="777240"/>
          </a:xfrm>
          <a:prstGeom prst="roundRect">
            <a:avLst>
              <a:gd name="adj" fmla="val 5000"/>
            </a:avLst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54960"/>
            <a:ext cx="1060704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72CF"/>
                </a:solidFill>
              </a:rPr>
              <a:t>Heterogeneous Architecture Mirrors Real Organizations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Three model tiers (Haiku/Sonnet/Opus) map to three organizational layers. Model diversity improves analytical variety beyond cost savings.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0800" cy="777240"/>
          </a:xfrm>
          <a:prstGeom prst="roundRect">
            <a:avLst>
              <a:gd name="adj" fmla="val 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08400"/>
            <a:ext cx="1060704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26"/>
                </a:solidFill>
              </a:rPr>
              <a:t>Decision Modes Separate Analysis from Values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The same domain analysis, weighted differently, produces different decisions. Mode Sensitivity reveals whether the evidence or the user's posture drives the outcome.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10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 w="1270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511040"/>
            <a:ext cx="50800" cy="777240"/>
          </a:xfrm>
          <a:prstGeom prst="roundRect">
            <a:avLst>
              <a:gd name="adj" fmla="val 5000"/>
            </a:avLst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61840"/>
            <a:ext cx="10607040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4D4D"/>
                </a:solidFill>
              </a:rPr>
              <a:t>SMB-First Design Philosophy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CCCCCC"/>
                </a:solidFill>
              </a:rPr>
              <a:t>Bias toward lightweight engagement. Tier 1 is the daily habit; Tier 3 is the deliberate escalation. The skill matches the tempo of how real SMB leaders make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6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A0"/>
                </a:solidFill>
              </a:rPr>
              <a:t>Suggested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861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1. Build skill scaffolding and CEO agent definition with five-phase cascade protocol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2. Implement CFO domain as reference implementation (5 complete team lead packages)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3. Extend to remaining 6 C-suite agents and 24 team lead subagents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4. Implement invocation commands (/consult, /panel, /deliberate, /evaluate) with tier routing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5. Add Decision Mode overlays (Guardian, Pioneer, Architect, Analyst, Sentinel) and multi-mode comparison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</a:rPr>
              <a:t>•  6. Run onboarding stress test to validate all 29 perspectives produce genuinely different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</a:rPr>
              <a:t>Team of Teams Agent Skill  |  Multi-Agent Ideation Session  |  2026-02-22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